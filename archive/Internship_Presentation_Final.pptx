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4233C"/>
                </a:solidFill>
              </a:defRPr>
            </a:pPr>
            <a:r>
              <a:t>Task Milestone Completion Status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Task 1:
Portfolio</c:v>
                </c:pt>
                <c:pt idx="1">
                  <c:v>Task 2:
Task Mgr</c:v>
                </c:pt>
                <c:pt idx="2">
                  <c:v>Task 3:
E-Commerce</c:v>
                </c:pt>
                <c:pt idx="3">
                  <c:v>Task 4:
Blog Platform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FE3F-21E9-3895-1B8B-1747F6E1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C308F-25D4-0368-C53C-8E7F10994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0CEA-1C75-022B-AF99-4E2F5327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7A1B5-CBA1-6470-3099-4F1BF6C3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B397-E262-6F8F-DBD4-EB1DCDAF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4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44D0-4E3F-AB8E-7631-DD5E2321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FB7E-D3FB-EE5E-D6CE-664250F98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01A9-3A0D-AF07-7054-93CF353E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4444-EDE0-7DC3-4CBC-2BC141AB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2662-FFA6-5933-47B2-08E69B40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B5F2-2673-8585-F997-80093264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3CE53-4BBC-7C10-B661-C607F6E6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B39E-4268-87FB-FA85-81A99FE6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071AF-6600-FB4F-2B8E-FF3B656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FB2E-066E-74EB-21CB-6868788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D541-0BB6-3FCE-399A-BD62B6C1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2702-160F-DCD4-10D2-7F3BE7A49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B85A-D98D-569A-DF49-31E61A86A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8164D-939F-8444-0411-359047F5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29863-D022-187D-6E68-D48FEE8D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0056-462F-59B4-C563-17F0EBC0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2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3A8A-FB99-37AE-BF64-BCED97A7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55C36-0A49-60ED-3F5F-839530437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E600-C6A2-1751-E085-7C1EFCDBF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A0FA6-53FB-EF78-C0F6-889DF87BD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2C96D-AA63-1879-8863-1D160F98D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A5A7F-352D-6987-EE32-9E710B1F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E5F78-6940-B127-A450-D2C1C8EB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F830E-F316-9CCC-B03E-423E940E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63A-A913-AD99-714E-369CD44B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103AF-1C95-E418-013C-CF664BCA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9215B-EDD4-313F-2762-BDAD5A87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0D9FE-B84E-C473-AD3D-15FD5C3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5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93DD4-63F7-9270-F3C3-7AC6807B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F9B20-4218-04A0-7DE3-002D5AD8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6CC41-2827-F13B-BBD6-072DA6DC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8F0D-9F0A-880A-0340-7C25680D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632A-CE88-041F-4BA0-D350B5D0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D7D86-FAEF-BC89-B79A-DC663A228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D9DF-33D0-40AC-3EDA-BF804354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FFB8-3216-C426-900E-6C2EC70C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438AB-F743-7819-9B9D-1618BA4A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6A31-3B13-4A48-AF98-CF5A6626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2A3C4-A3EE-4931-E994-334100AB3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6BA15-2909-5A12-7894-65652D51A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3BA0-F22F-1820-B414-FC609D47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3CB21-CC5A-4F88-1357-F6FF8911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1E1A-3505-C098-7C21-BBC71358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9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1F11-C2DB-60E2-CCBE-168CB025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F25A-21BC-E100-C232-4B3CCDC65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3181-0365-B685-1458-7211BD43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862AC-C935-3C64-6924-373278DC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F711-5E36-98CB-0F70-2881F5CD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93538E-4FE6-FBA8-4202-C263B052D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B3F4-CD55-0CF7-488B-7F46A722D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03479-14F3-4AB6-B55A-2A506A33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B4BE7-A15B-72F3-0028-947295A2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65CA3-053A-ABC7-4F50-10444E07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19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226BC-E32C-73E8-5CF4-D98953A4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3E07-199F-6BAE-10AF-866897775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05D8-1AF9-4D82-BE7E-D36CB2387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F05B-17A1-9333-4418-5AD2B9E83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2FF9-B837-883E-E3E6-73CF50DB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192" y="1689280"/>
            <a:ext cx="9087569" cy="1047631"/>
          </a:xfrm>
        </p:spPr>
        <p:txBody>
          <a:bodyPr wrap="square">
            <a:normAutofit/>
          </a:bodyPr>
          <a:lstStyle/>
          <a:p>
            <a:pPr algn="ctr">
              <a:defRPr sz="2800" b="1">
                <a:solidFill>
                  <a:srgbClr val="14233C"/>
                </a:solidFill>
                <a:latin typeface="Calibri"/>
              </a:defRPr>
            </a:pPr>
            <a:r>
              <a:t>Full Stack Web Development &amp; Application Engineering</a:t>
            </a:r>
          </a:p>
          <a:p>
            <a:pPr algn="ctr">
              <a:defRPr sz="1700" b="0">
                <a:solidFill>
                  <a:srgbClr val="2563EB"/>
                </a:solidFill>
                <a:latin typeface="Calibri"/>
              </a:defRPr>
            </a:pPr>
            <a:r>
              <a:t>Industry Internship Project Portfolio at Thiranex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412192" y="181094"/>
            <a:ext cx="10367750" cy="10781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b="1" dirty="0">
                <a:solidFill>
                  <a:srgbClr val="C00000"/>
                </a:solidFill>
              </a:rPr>
              <a:t>ABES Engineering College, Ghaziabad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Department of CE/IT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62"/>
            <a:ext cx="1501254" cy="1887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F05F5E-594F-2860-299D-8F867E17ACBB}"/>
              </a:ext>
            </a:extLst>
          </p:cNvPr>
          <p:cNvSpPr txBox="1"/>
          <p:nvPr/>
        </p:nvSpPr>
        <p:spPr>
          <a:xfrm>
            <a:off x="6003743" y="4655991"/>
            <a:ext cx="6097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Student NAME : </a:t>
            </a:r>
            <a:r>
              <a:rPr sz="1300" b="1">
                <a:solidFill>
                  <a:srgbClr val="1E293B"/>
                </a:solidFill>
                <a:latin typeface="Calibri"/>
              </a:rPr>
              <a:t>Devesh Singh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14233C"/>
                </a:solidFill>
                <a:latin typeface="Calibri"/>
              </a:rPr>
              <a:t>Roll no : </a:t>
            </a:r>
            <a:r>
              <a:rPr sz="1150" b="0">
                <a:solidFill>
                  <a:srgbClr val="1E293B"/>
                </a:solidFill>
                <a:latin typeface="Calibri"/>
              </a:rPr>
              <a:t>[University Roll No]</a:t>
            </a:r>
            <a:br/>
            <a:r>
              <a:rPr sz="1150" b="1">
                <a:solidFill>
                  <a:srgbClr val="14233C"/>
                </a:solidFill>
                <a:latin typeface="Calibri"/>
              </a:rPr>
              <a:t>Company Name: </a:t>
            </a:r>
            <a:r>
              <a:rPr sz="1150" b="0">
                <a:solidFill>
                  <a:srgbClr val="1E293B"/>
                </a:solidFill>
                <a:latin typeface="Calibri"/>
              </a:rPr>
              <a:t>Thiranex (www.thiranex.in)</a:t>
            </a:r>
            <a:br/>
            <a:r>
              <a:rPr sz="1150" b="1">
                <a:solidFill>
                  <a:srgbClr val="14233C"/>
                </a:solidFill>
                <a:latin typeface="Calibri"/>
              </a:rPr>
              <a:t>Internship Duration: </a:t>
            </a:r>
            <a:r>
              <a:rPr sz="1150" b="0">
                <a:solidFill>
                  <a:srgbClr val="1E293B"/>
                </a:solidFill>
                <a:latin typeface="Calibri"/>
              </a:rPr>
              <a:t>17 Aug 2026 to 16 Sept 2026 (4 Weeks)</a:t>
            </a:r>
            <a:br/>
            <a:r>
              <a:rPr sz="1150" b="1">
                <a:solidFill>
                  <a:srgbClr val="14233C"/>
                </a:solidFill>
                <a:latin typeface="Calibri"/>
              </a:rPr>
              <a:t>Department / Domain: </a:t>
            </a:r>
            <a:r>
              <a:rPr sz="1150" b="0">
                <a:solidFill>
                  <a:srgbClr val="1E293B"/>
                </a:solidFill>
                <a:latin typeface="Calibri"/>
              </a:rPr>
              <a:t>Department of CE/IT | Full Stack Development</a:t>
            </a:r>
            <a:br/>
            <a:r>
              <a:rPr sz="1150" b="1">
                <a:solidFill>
                  <a:srgbClr val="14233C"/>
                </a:solidFill>
                <a:latin typeface="Calibri"/>
              </a:rPr>
              <a:t>Role and Responsibilities: </a:t>
            </a:r>
            <a:r>
              <a:rPr sz="1150" b="0">
                <a:solidFill>
                  <a:srgbClr val="1E293B"/>
                </a:solidFill>
                <a:latin typeface="Calibri"/>
              </a:rPr>
              <a:t>Intern - Full Stack Development
(Web App Development, REST APIs, DB Schemas, Cloud Hosting)</a:t>
            </a:r>
            <a:br/>
            <a:r>
              <a:rPr sz="1150" b="1">
                <a:solidFill>
                  <a:srgbClr val="14233C"/>
                </a:solidFill>
                <a:latin typeface="Calibri"/>
              </a:rPr>
              <a:t>Verification ID: </a:t>
            </a:r>
            <a:r>
              <a:rPr sz="1150" b="0">
                <a:solidFill>
                  <a:srgbClr val="1E293B"/>
                </a:solidFill>
                <a:latin typeface="Calibri"/>
              </a:rPr>
              <a:t>THX-AUG1726-220 (Verified Certificate &amp; CEO LOR)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14800"/>
            <a:ext cx="4572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251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Internship Summary &amp; Highlights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Domain: </a:t>
            </a:r>
            <a:r>
              <a:rPr sz="1100">
                <a:solidFill>
                  <a:srgbClr val="1E293B"/>
                </a:solidFill>
                <a:latin typeface="Calibri"/>
              </a:rPr>
              <a:t>Full Stack Web &amp; Cloud Application Development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Milestones: </a:t>
            </a:r>
            <a:r>
              <a:rPr sz="1100">
                <a:solidFill>
                  <a:srgbClr val="1E293B"/>
                </a:solidFill>
                <a:latin typeface="Calibri"/>
              </a:rPr>
              <a:t>100% Progress (5 of 5 Sprints Completed on Track)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Deliverables: </a:t>
            </a:r>
            <a:r>
              <a:rPr sz="1100">
                <a:solidFill>
                  <a:srgbClr val="1E293B"/>
                </a:solidFill>
                <a:latin typeface="Calibri"/>
              </a:rPr>
              <a:t>Portfolio, Task Manager, E-Commerce, Blog CMS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Verification: </a:t>
            </a:r>
            <a:r>
              <a:rPr sz="1100">
                <a:solidFill>
                  <a:srgbClr val="1E293B"/>
                </a:solidFill>
                <a:latin typeface="Calibri"/>
              </a:rPr>
              <a:t>Certified under THX-AUG1726-220 | CEO LOR</a:t>
            </a:r>
          </a:p>
        </p:txBody>
      </p:sp>
    </p:spTree>
    <p:extLst>
      <p:ext uri="{BB962C8B-B14F-4D97-AF65-F5344CB8AC3E}">
        <p14:creationId xmlns:p14="http://schemas.microsoft.com/office/powerpoint/2010/main" val="290539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D4F4-6AB1-B55B-DE1A-D8D6086B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Core Problem &amp; Industry Need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Dynamic Digital Services: </a:t>
            </a:r>
            <a:r>
              <a:rPr sz="1150" b="0">
                <a:solidFill>
                  <a:srgbClr val="1E293B"/>
                </a:solidFill>
                <a:latin typeface="Calibri"/>
              </a:rPr>
              <a:t>Modern businesses require agile, interactive web applications rather than slow, static web pages.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Disjointed Full-Stack Flow: </a:t>
            </a:r>
            <a:r>
              <a:rPr sz="1150" b="0">
                <a:solidFill>
                  <a:srgbClr val="1E293B"/>
                </a:solidFill>
                <a:latin typeface="Calibri"/>
              </a:rPr>
              <a:t>Engineering production software demands unified integration across frontend UI, backend APIs, and databases.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00000"/>
                </a:solidFill>
                <a:latin typeface="Calibri"/>
              </a:defRPr>
            </a:pPr>
            <a:r>
              <a:t>2. Limitations of Existing Situations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Fragile Monolithic Code: </a:t>
            </a:r>
            <a:r>
              <a:rPr sz="1150" b="0">
                <a:solidFill>
                  <a:srgbClr val="1E293B"/>
                </a:solidFill>
                <a:latin typeface="Calibri"/>
              </a:rPr>
              <a:t>Legacy apps tightly couple UI and backend logic, creating maintainability bottlenecks and regressions.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Missing Authorization (RBAC): </a:t>
            </a:r>
            <a:r>
              <a:rPr sz="1150" b="0">
                <a:solidFill>
                  <a:srgbClr val="1E293B"/>
                </a:solidFill>
                <a:latin typeface="Calibri"/>
              </a:rPr>
              <a:t>Unprotected routes allow unauthorized data access and lack separation between Admin and User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233C"/>
                </a:solidFill>
                <a:latin typeface="Calibri"/>
              </a:defRPr>
            </a:pPr>
            <a:r>
              <a:t>3. Affected Stakeholders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End Users: </a:t>
            </a:r>
            <a:r>
              <a:rPr sz="1150" b="0">
                <a:solidFill>
                  <a:srgbClr val="1E293B"/>
                </a:solidFill>
                <a:latin typeface="Calibri"/>
              </a:rPr>
              <a:t>Face jarring full-page reloads, sluggish interface latency, and broken layouts across mobile viewports.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Platform Administrators: </a:t>
            </a:r>
            <a:r>
              <a:rPr sz="1150" b="0">
                <a:solidFill>
                  <a:srgbClr val="1E293B"/>
                </a:solidFill>
                <a:latin typeface="Calibri"/>
              </a:rPr>
              <a:t>Lack dedicated tools and secure dashboards to manage user catalogs, orders, and content securely.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955D"/>
                </a:solidFill>
                <a:latin typeface="Calibri"/>
              </a:defRPr>
            </a:pPr>
            <a:r>
              <a:t>4. Objective &amp; Engineering Solution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Modular Tiered Architecture: </a:t>
            </a:r>
            <a:r>
              <a:rPr sz="1150" b="0">
                <a:solidFill>
                  <a:srgbClr val="1E293B"/>
                </a:solidFill>
                <a:latin typeface="Calibri"/>
              </a:rPr>
              <a:t>Engineer 4 production applications (Portfolio, Task Manager, E-Commerce, Blog) with RESTful APIs.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Scalable Cloud Delivery: </a:t>
            </a:r>
            <a:r>
              <a:rPr sz="1150" b="0">
                <a:solidFill>
                  <a:srgbClr val="1E293B"/>
                </a:solidFill>
                <a:latin typeface="Calibri"/>
              </a:rPr>
              <a:t>Deploy fully responsive web applications on Vercel, Netlify, and Heroku with structured database schemas.</a:t>
            </a:r>
          </a:p>
        </p:txBody>
      </p:sp>
    </p:spTree>
    <p:extLst>
      <p:ext uri="{BB962C8B-B14F-4D97-AF65-F5344CB8AC3E}">
        <p14:creationId xmlns:p14="http://schemas.microsoft.com/office/powerpoint/2010/main" val="238941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BA05-7908-7E9D-664F-C6BCFBFB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Background/ Existing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4233C"/>
                </a:solidFill>
                <a:latin typeface="Calibri"/>
              </a:defRPr>
            </a:pPr>
            <a:r>
              <a:t>Traditional / Existing System Architecture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Static Web Architectures: </a:t>
            </a:r>
            <a:r>
              <a:rPr sz="1150">
                <a:solidFill>
                  <a:srgbClr val="1E293B"/>
                </a:solidFill>
                <a:latin typeface="Calibri"/>
              </a:rPr>
              <a:t>Built primarily with static HTML/CSS files with hardcoded content; zero dynamic database persistence.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Manual State Synchronization: </a:t>
            </a:r>
            <a:r>
              <a:rPr sz="1150">
                <a:solidFill>
                  <a:srgbClr val="1E293B"/>
                </a:solidFill>
                <a:latin typeface="Calibri"/>
              </a:rPr>
              <a:t>User actions require full-page browser reloads, degrading performance and increasing client latency.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Unstructured Endpoint Design: </a:t>
            </a:r>
            <a:r>
              <a:rPr sz="1150">
                <a:solidFill>
                  <a:srgbClr val="1E293B"/>
                </a:solidFill>
                <a:latin typeface="Calibri"/>
              </a:rPr>
              <a:t>Direct script queries or non-standardized endpoints without parameter sanitization or validation.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Absence of User Privileges: </a:t>
            </a:r>
            <a:r>
              <a:rPr sz="1150">
                <a:solidFill>
                  <a:srgbClr val="1E293B"/>
                </a:solidFill>
                <a:latin typeface="Calibri"/>
              </a:rPr>
              <a:t>Flat access models without Role-Based Access Control (RBAC), leaving administrative routes open.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Manual Deployment Workflows: </a:t>
            </a:r>
            <a:r>
              <a:rPr sz="1150">
                <a:solidFill>
                  <a:srgbClr val="1E293B"/>
                </a:solidFill>
                <a:latin typeface="Calibri"/>
              </a:rPr>
              <a:t>Manual FTP file transfers or local script hosting without automated CI/CD and cloud hosting.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C00000"/>
                </a:solidFill>
                <a:latin typeface="Calibri"/>
              </a:defRPr>
            </a:pPr>
            <a:r>
              <a:t>Operational Deficiencies &amp; Thiranex Context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High Server Overhead &amp; Latency: </a:t>
            </a:r>
            <a:r>
              <a:rPr sz="1150">
                <a:solidFill>
                  <a:srgbClr val="1E293B"/>
                </a:solidFill>
                <a:latin typeface="Calibri"/>
              </a:rPr>
              <a:t>Repeated full-page cycles waste client bandwidth and create server computation bottlenecks.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Data Inconsistency &amp; Corruption: </a:t>
            </a:r>
            <a:r>
              <a:rPr sz="1150">
                <a:solidFill>
                  <a:srgbClr val="1E293B"/>
                </a:solidFill>
                <a:latin typeface="Calibri"/>
              </a:rPr>
              <a:t>Unnormalized schemas cause orphan records during concurrent multi-user transactions (e-commerce/blogging).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Non-Responsive Device Layouts: </a:t>
            </a:r>
            <a:r>
              <a:rPr sz="1150">
                <a:solidFill>
                  <a:srgbClr val="1E293B"/>
                </a:solidFill>
                <a:latin typeface="Calibri"/>
              </a:rPr>
              <a:t>Desktop-only styling results in broken components and poor usability on mobile screens.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Thiranex Industrial Standards: </a:t>
            </a:r>
            <a:r>
              <a:rPr sz="1150">
                <a:solidFill>
                  <a:srgbClr val="1E293B"/>
                </a:solidFill>
                <a:latin typeface="Calibri"/>
              </a:rPr>
              <a:t>Required adopting modular, component-driven full-stack development with strict sprint milestones.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Deliverable Verification: </a:t>
            </a:r>
            <a:r>
              <a:rPr sz="1150">
                <a:solidFill>
                  <a:srgbClr val="1E293B"/>
                </a:solidFill>
                <a:latin typeface="Calibri"/>
              </a:rPr>
              <a:t>Required engineering 4 distinct production applications (Portfolio, Task Manager, E-Commerce, Blog Platform).</a:t>
            </a:r>
          </a:p>
        </p:txBody>
      </p:sp>
    </p:spTree>
    <p:extLst>
      <p:ext uri="{BB962C8B-B14F-4D97-AF65-F5344CB8AC3E}">
        <p14:creationId xmlns:p14="http://schemas.microsoft.com/office/powerpoint/2010/main" val="359893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235E-E4D4-00AB-9C27-84D38759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u="sng" dirty="0"/>
              <a:t>Proposed Approach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Tier 1: Presentation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Frontend UI / UX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 Stack: </a:t>
            </a:r>
            <a:r>
              <a:rPr sz="1050">
                <a:solidFill>
                  <a:srgbClr val="1E293B"/>
                </a:solidFill>
                <a:latin typeface="Calibri"/>
              </a:rPr>
              <a:t>HTML5, CSS3, JavaScript, React.js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Responsive Layouts: </a:t>
            </a:r>
            <a:r>
              <a:rPr sz="1050">
                <a:solidFill>
                  <a:srgbClr val="1E293B"/>
                </a:solidFill>
                <a:latin typeface="Calibri"/>
              </a:rPr>
              <a:t>Mobile-first design adaptable to web and mobile devices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Dynamic UI State: </a:t>
            </a:r>
            <a:r>
              <a:rPr sz="1050">
                <a:solidFill>
                  <a:srgbClr val="1E293B"/>
                </a:solidFill>
                <a:latin typeface="Calibri"/>
              </a:rPr>
              <a:t>Component-based DOM rendering without page refresh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Interactive Elements: </a:t>
            </a:r>
            <a:r>
              <a:rPr sz="1050">
                <a:solidFill>
                  <a:srgbClr val="1E293B"/>
                </a:solidFill>
                <a:latin typeface="Calibri"/>
              </a:rPr>
              <a:t>Real-time task boards, dynamic forms, cart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016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Calibri"/>
              </a:defRPr>
            </a:pPr>
            <a:r>
              <a:t>Tier 2: Business Logic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RESTful API Engine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 Stack: </a:t>
            </a:r>
            <a:r>
              <a:rPr sz="1050">
                <a:solidFill>
                  <a:srgbClr val="1E293B"/>
                </a:solidFill>
                <a:latin typeface="Calibri"/>
              </a:rPr>
              <a:t>Node.js / Express.js or Python (Flask/Django)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Modular API Services: </a:t>
            </a:r>
            <a:r>
              <a:rPr sz="1050">
                <a:solidFill>
                  <a:srgbClr val="1E293B"/>
                </a:solidFill>
                <a:latin typeface="Calibri"/>
              </a:rPr>
              <a:t>RESTful controllers for tasks, catalog, cart, and blog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Validation Layer: </a:t>
            </a:r>
            <a:r>
              <a:rPr sz="1050">
                <a:solidFill>
                  <a:srgbClr val="1E293B"/>
                </a:solidFill>
                <a:latin typeface="Calibri"/>
              </a:rPr>
              <a:t>Sanitizes request bodies and manages error responses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Real-Time Events: </a:t>
            </a:r>
            <a:r>
              <a:rPr sz="1050">
                <a:solidFill>
                  <a:srgbClr val="1E293B"/>
                </a:solidFill>
                <a:latin typeface="Calibri"/>
              </a:rPr>
              <a:t>Event-driven updates and optional WebSocket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  <a:latin typeface="Calibri"/>
              </a:defRPr>
            </a:pPr>
            <a:r>
              <a:t>Tier 3: Security &amp; Auth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Access &amp; Identity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Authentication: </a:t>
            </a:r>
            <a:r>
              <a:rPr sz="1050">
                <a:solidFill>
                  <a:srgbClr val="1E293B"/>
                </a:solidFill>
                <a:latin typeface="Calibri"/>
              </a:rPr>
              <a:t>User registration, secure login, and session tokens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Role-Based Access: </a:t>
            </a:r>
            <a:r>
              <a:rPr sz="1050">
                <a:solidFill>
                  <a:srgbClr val="1E293B"/>
                </a:solidFill>
                <a:latin typeface="Calibri"/>
              </a:rPr>
              <a:t>Strict separation of Admin and Customer/User privileges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Route Protection: </a:t>
            </a:r>
            <a:r>
              <a:rPr sz="1050">
                <a:solidFill>
                  <a:srgbClr val="1E293B"/>
                </a:solidFill>
                <a:latin typeface="Calibri"/>
              </a:rPr>
              <a:t>Protected endpoints preventing unauthorized data access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Data Confidentiality: </a:t>
            </a:r>
            <a:r>
              <a:rPr sz="1050">
                <a:solidFill>
                  <a:srgbClr val="1E293B"/>
                </a:solidFill>
                <a:latin typeface="Calibri"/>
              </a:rPr>
              <a:t>Encrypted password hashing and credential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9652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955D"/>
                </a:solidFill>
                <a:latin typeface="Calibri"/>
              </a:defRPr>
            </a:pPr>
            <a:r>
              <a:t>Tier 4: Data &amp; Cloud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Persistence &amp; Hosting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Database Systems: </a:t>
            </a:r>
            <a:r>
              <a:rPr sz="1050">
                <a:solidFill>
                  <a:srgbClr val="1E293B"/>
                </a:solidFill>
                <a:latin typeface="Calibri"/>
              </a:rPr>
              <a:t>MySQL, PostgreSQL (Relational) &amp; MongoDB (NoSQL)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CRUD Workflows: </a:t>
            </a:r>
            <a:r>
              <a:rPr sz="1050">
                <a:solidFill>
                  <a:srgbClr val="1E293B"/>
                </a:solidFill>
                <a:latin typeface="Calibri"/>
              </a:rPr>
              <a:t>Normalized schemas for articles, comments, orders, tasks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Data Integrity: </a:t>
            </a:r>
            <a:r>
              <a:rPr sz="1050">
                <a:solidFill>
                  <a:srgbClr val="1E293B"/>
                </a:solidFill>
                <a:latin typeface="Calibri"/>
              </a:rPr>
              <a:t>Foreign key constraints &amp; ACID transaction compliance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Cloud Hosting: </a:t>
            </a:r>
            <a:r>
              <a:rPr sz="1050">
                <a:solidFill>
                  <a:srgbClr val="1E293B"/>
                </a:solidFill>
                <a:latin typeface="Calibri"/>
              </a:rPr>
              <a:t>Automated continuous deployments on Vercel, Netlify, Heroku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029200"/>
            <a:ext cx="10378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Key Improvements Achieved Over Traditional Systems:</a:t>
            </a:r>
          </a:p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Decoupled client-server architecture eliminates full page reloads   • Strict Role-Based Access Control secures admin functions</a:t>
            </a:r>
            <a:br/>
            <a:r>
              <a:t>• Normalized relational and NoSQL schemas guarantee ACID compliance   • Cloud-native CI/CD deployment ensures global 24/7 accessibility</a:t>
            </a:r>
          </a:p>
        </p:txBody>
      </p:sp>
    </p:spTree>
    <p:extLst>
      <p:ext uri="{BB962C8B-B14F-4D97-AF65-F5344CB8AC3E}">
        <p14:creationId xmlns:p14="http://schemas.microsoft.com/office/powerpoint/2010/main" val="7977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EF09-388A-2D26-5D86-C905C3F1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Methodology and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Step 1: Onboarding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Immediate Submission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Environment &amp; Setup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Offer Letter: </a:t>
            </a:r>
            <a:r>
              <a:rPr sz="1000">
                <a:solidFill>
                  <a:srgbClr val="1E293B"/>
                </a:solidFill>
                <a:latin typeface="Calibri"/>
              </a:rPr>
              <a:t>Formal acceptance and verification at Thiranex.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GitHub Setup: </a:t>
            </a:r>
            <a:r>
              <a:rPr sz="1000">
                <a:solidFill>
                  <a:srgbClr val="1E293B"/>
                </a:solidFill>
                <a:latin typeface="Calibri"/>
              </a:rPr>
              <a:t>Repository initialization and git branch strategies.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LinkedIn Post: </a:t>
            </a:r>
            <a:r>
              <a:rPr sz="1000">
                <a:solidFill>
                  <a:srgbClr val="1E293B"/>
                </a:solidFill>
                <a:latin typeface="Calibri"/>
              </a:rPr>
              <a:t>Professional announcement tagging Thiranex.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1000">
                <a:solidFill>
                  <a:srgbClr val="1E293B"/>
                </a:solidFill>
                <a:latin typeface="Calibri"/>
              </a:rPr>
              <a:t>Approved onboarding and Quest Log activation.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4436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5409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Calibri"/>
              </a:defRPr>
            </a:pPr>
            <a:r>
              <a:t>Step 2: Sprint 1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Due: 24 Aug 2026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Personal Portfolio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Frontend UI: </a:t>
            </a:r>
            <a:r>
              <a:rPr sz="1000">
                <a:solidFill>
                  <a:srgbClr val="1E293B"/>
                </a:solidFill>
                <a:latin typeface="Calibri"/>
              </a:rPr>
              <a:t>HTML, CSS, JavaScript (or React.js) responsive layout.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Backend &amp; DB: </a:t>
            </a:r>
            <a:r>
              <a:rPr sz="1000">
                <a:solidFill>
                  <a:srgbClr val="1E293B"/>
                </a:solidFill>
                <a:latin typeface="Calibri"/>
              </a:rPr>
              <a:t>Node.js / Express or Django; project data storage.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Hosting: </a:t>
            </a:r>
            <a:r>
              <a:rPr sz="1000">
                <a:solidFill>
                  <a:srgbClr val="1E293B"/>
                </a:solidFill>
                <a:latin typeface="Calibri"/>
              </a:rPr>
              <a:t>Production deployment on Vercel / Netlify / Heroku.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1000">
                <a:solidFill>
                  <a:srgbClr val="1E293B"/>
                </a:solidFill>
                <a:latin typeface="Calibri"/>
              </a:rPr>
              <a:t>Live portfolio showcasing full-stack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5721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Calibri"/>
              </a:defRPr>
            </a:pPr>
            <a:r>
              <a:t>Step 3: Sprint 2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Due: 31 Aug 2026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Task Management App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Auth Engine: </a:t>
            </a:r>
            <a:r>
              <a:rPr sz="1000">
                <a:solidFill>
                  <a:srgbClr val="1E293B"/>
                </a:solidFill>
                <a:latin typeface="Calibri"/>
              </a:rPr>
              <a:t>User authentication &amp; session authorization.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CRUD Engine: </a:t>
            </a:r>
            <a:r>
              <a:rPr sz="1000">
                <a:solidFill>
                  <a:srgbClr val="1E293B"/>
                </a:solidFill>
                <a:latin typeface="Calibri"/>
              </a:rPr>
              <a:t>Full Create, Read, Update, Delete task pipeline.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Dynamic UI: </a:t>
            </a:r>
            <a:r>
              <a:rPr sz="1000">
                <a:solidFill>
                  <a:srgbClr val="1E293B"/>
                </a:solidFill>
                <a:latin typeface="Calibri"/>
              </a:rPr>
              <a:t>Real-time updates with dynamic data handling.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1000">
                <a:solidFill>
                  <a:srgbClr val="1E293B"/>
                </a:solidFill>
                <a:latin typeface="Calibri"/>
              </a:rPr>
              <a:t>Interactive task management tool with dynamic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033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  <a:latin typeface="Calibri"/>
              </a:defRPr>
            </a:pPr>
            <a:r>
              <a:t>Step 4: Sprint 3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Due: 07 Sept 2026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E-Commerce Web App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Catalog &amp; Cart: </a:t>
            </a:r>
            <a:r>
              <a:rPr sz="1000">
                <a:solidFill>
                  <a:srgbClr val="1E293B"/>
                </a:solidFill>
                <a:latin typeface="Calibri"/>
              </a:rPr>
              <a:t>Product browsing, cart state, and order checkout.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Role Access: </a:t>
            </a:r>
            <a:r>
              <a:rPr sz="1000">
                <a:solidFill>
                  <a:srgbClr val="1E293B"/>
                </a:solidFill>
                <a:latin typeface="Calibri"/>
              </a:rPr>
              <a:t>Admin management vs. Customer storefront.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Database: </a:t>
            </a:r>
            <a:r>
              <a:rPr sz="1000">
                <a:solidFill>
                  <a:srgbClr val="1E293B"/>
                </a:solidFill>
                <a:latin typeface="Calibri"/>
              </a:rPr>
              <a:t>MySQL / PostgreSQL / MongoDB order persistence.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1000">
                <a:solidFill>
                  <a:srgbClr val="1E293B"/>
                </a:solidFill>
                <a:latin typeface="Calibri"/>
              </a:rPr>
              <a:t>Production-grade multi-role commercial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372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345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955D"/>
                </a:solidFill>
                <a:latin typeface="Calibri"/>
              </a:defRPr>
            </a:pPr>
            <a:r>
              <a:t>Step 5: Sprint 4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Due: 14 Sept 2026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Blog Platform &amp; LOR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Content CRUD: </a:t>
            </a:r>
            <a:r>
              <a:rPr sz="1000">
                <a:solidFill>
                  <a:srgbClr val="1E293B"/>
                </a:solidFill>
                <a:latin typeface="Calibri"/>
              </a:rPr>
              <a:t>Blog post publishing, editing, and moderation.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Interactions: </a:t>
            </a:r>
            <a:r>
              <a:rPr sz="1000">
                <a:solidFill>
                  <a:srgbClr val="1E293B"/>
                </a:solidFill>
                <a:latin typeface="Calibri"/>
              </a:rPr>
              <a:t>Relational comment threads and user discussion.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Final Audit: </a:t>
            </a:r>
            <a:r>
              <a:rPr sz="1000">
                <a:solidFill>
                  <a:srgbClr val="1E293B"/>
                </a:solidFill>
                <a:latin typeface="Calibri"/>
              </a:rPr>
              <a:t>100% progress sign-off; unlocked CEO LOR.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1000">
                <a:solidFill>
                  <a:srgbClr val="1E293B"/>
                </a:solidFill>
                <a:latin typeface="Calibri"/>
              </a:rPr>
              <a:t>Full-stack CMS + Verified Certificate THX-AUG1726-220.</a:t>
            </a:r>
          </a:p>
        </p:txBody>
      </p:sp>
    </p:spTree>
    <p:extLst>
      <p:ext uri="{BB962C8B-B14F-4D97-AF65-F5344CB8AC3E}">
        <p14:creationId xmlns:p14="http://schemas.microsoft.com/office/powerpoint/2010/main" val="360213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302B-353E-3B35-7418-BA9D867E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Screenshots /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3154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8470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233C"/>
                </a:solidFill>
                <a:latin typeface="Calibri"/>
              </a:defRPr>
            </a:pPr>
            <a:r>
              <a:t>Official Thiranex Dashboard</a:t>
            </a:r>
          </a:p>
        </p:txBody>
      </p:sp>
      <p:pic>
        <p:nvPicPr>
          <p:cNvPr id="5" name="Picture 4" descr="crop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176272"/>
            <a:ext cx="2496312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60520" y="1783080"/>
            <a:ext cx="70591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84708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A. Intern Profile &amp; 100% Progress Verification</a:t>
            </a:r>
          </a:p>
        </p:txBody>
      </p:sp>
      <p:pic>
        <p:nvPicPr>
          <p:cNvPr id="8" name="Picture 7" descr="c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130552"/>
            <a:ext cx="6583680" cy="1234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60520" y="3566160"/>
            <a:ext cx="4206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621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955D"/>
                </a:solidFill>
                <a:latin typeface="Calibri"/>
              </a:defRPr>
            </a:pPr>
            <a:r>
              <a:t>B. 4 Completed Project Sprints</a:t>
            </a:r>
          </a:p>
        </p:txBody>
      </p:sp>
      <p:pic>
        <p:nvPicPr>
          <p:cNvPr id="11" name="Picture 10" descr="crop_tasks_row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3931920"/>
            <a:ext cx="3913632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58200" y="3566160"/>
            <a:ext cx="276148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621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Calibri"/>
              </a:defRPr>
            </a:pPr>
            <a:r>
              <a:t>C. Letter of Recommendation</a:t>
            </a:r>
          </a:p>
        </p:txBody>
      </p:sp>
      <p:pic>
        <p:nvPicPr>
          <p:cNvPr id="14" name="Picture 13" descr="card_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931920"/>
            <a:ext cx="896112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55480" y="393192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Endorsed: </a:t>
            </a:r>
            <a:r>
              <a:rPr sz="900">
                <a:solidFill>
                  <a:srgbClr val="1E293B"/>
                </a:solidFill>
                <a:latin typeface="Calibri"/>
              </a:rPr>
              <a:t>Signed by CEO &amp; Founder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Verification: </a:t>
            </a:r>
            <a:r>
              <a:rPr sz="900">
                <a:solidFill>
                  <a:srgbClr val="1E293B"/>
                </a:solidFill>
                <a:latin typeface="Calibri"/>
              </a:rPr>
              <a:t>24/7 instant online authentication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Placement Edge: </a:t>
            </a:r>
            <a:r>
              <a:rPr sz="900">
                <a:solidFill>
                  <a:srgbClr val="1E293B"/>
                </a:solidFill>
                <a:latin typeface="Calibri"/>
              </a:rPr>
              <a:t>Proves full-stack technical mastery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Certificate: </a:t>
            </a:r>
            <a:r>
              <a:rPr sz="900">
                <a:solidFill>
                  <a:srgbClr val="1E293B"/>
                </a:solidFill>
                <a:latin typeface="Calibri"/>
              </a:rPr>
              <a:t>ID: THX-AUG1726-220</a:t>
            </a:r>
          </a:p>
        </p:txBody>
      </p:sp>
    </p:spTree>
    <p:extLst>
      <p:ext uri="{BB962C8B-B14F-4D97-AF65-F5344CB8AC3E}">
        <p14:creationId xmlns:p14="http://schemas.microsoft.com/office/powerpoint/2010/main" val="284502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7021-9D6C-ECA6-3864-CF19C6AB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Results and Analysis/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955D"/>
                </a:solidFill>
                <a:latin typeface="Calibri"/>
              </a:defRPr>
            </a:pPr>
            <a:r>
              <a:t>100%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Overall Progress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Internship Completed On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016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563EB"/>
                </a:solidFill>
                <a:latin typeface="Calibri"/>
              </a:defRPr>
            </a:pPr>
            <a:r>
              <a:t>5 / 5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Milestones Submitted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100% Timely Submissions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33C"/>
                </a:solidFill>
                <a:latin typeface="Calibri"/>
              </a:defRPr>
            </a:pPr>
            <a:r>
              <a:t>4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Web Applications Built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Production Full-Stack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9652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7C3AED"/>
                </a:solidFill>
                <a:latin typeface="Calibri"/>
              </a:defRPr>
            </a:pPr>
            <a:r>
              <a:t>THX-AUG1726-220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Verified Credential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CEO Letter of Rec. Unlocked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926080"/>
          <a:ext cx="41148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38928" y="2926080"/>
          <a:ext cx="60807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51560"/>
                <a:gridCol w="1280160"/>
                <a:gridCol w="2103120"/>
              </a:tblGrid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 / Project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Due Date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Technical Outcome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1. Personal Portfolio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24 Aug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Full-stack portfolio; cloud hosted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2. Task Management App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31 Aug 2026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Auth, full CRUD, dynamic API data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3. E-Commerce Web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07 Sept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Product catalog, cart, 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4. Blog Platform (CMS)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14 Sept 2026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Article CRUD, comment threads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78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921F-1CC6-9D56-D659-37857A09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Challenges Faced (IF ANY)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33C"/>
                </a:solidFill>
                <a:latin typeface="Calibri"/>
              </a:defRPr>
            </a:pPr>
            <a:r>
              <a:t>1. Real-Time Dynamic State Synchronization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Task 2: Task Management Application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Synchronizing client UI task changes with backend REST endpoints without causing unnecessary component re-renders or stale DOM state.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Implemented modular state controllers and optimized asynchronous API requests to ensure seamless, real-time UI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0000"/>
                </a:solidFill>
                <a:latin typeface="Calibri"/>
              </a:defRPr>
            </a:pPr>
            <a:r>
              <a:t>2. Role-Based Access Control (RBAC) &amp; Security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Task 3: E-Commerce Web Application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Safeguarding administrative routes (inventory management, order tracking) while preserving frictionless access for shoppers.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Developed token-based authentication middleware verifying user privileges (Admin vs. User) prior to executing backend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Calibri"/>
              </a:defRPr>
            </a:pPr>
            <a:r>
              <a:t>3. Relational Schema Design &amp; Comment Threading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Task 4: Blog Platform with Comments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Structuring relational foreign-key mappings between blog posts, user profiles, and nested comments without query slowdowns.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Designed normalized database schemas with indexed queries in PostgreSQL/MySQL, ensuring rapid relational data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955D"/>
                </a:solidFill>
                <a:latin typeface="Calibri"/>
              </a:defRPr>
            </a:pPr>
            <a:r>
              <a:t>4. Cross-Platform Responsiveness &amp; Cloud Deployments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Task 1: Portfolio &amp; Full-Stack Projects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Eliminating layout breakage across diverse mobile viewports and configuring cloud environment variables on hosting platforms.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Applied mobile-first CSS flexbox/grid media queries and standardized CI/CD configuration files on Vercel, Netlify, and Heroku.</a:t>
            </a:r>
          </a:p>
        </p:txBody>
      </p:sp>
    </p:spTree>
    <p:extLst>
      <p:ext uri="{BB962C8B-B14F-4D97-AF65-F5344CB8AC3E}">
        <p14:creationId xmlns:p14="http://schemas.microsoft.com/office/powerpoint/2010/main" val="259771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A797-B014-8666-B80C-4F03D6B3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Key Learnings from internship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2563EB"/>
                </a:solidFill>
                <a:latin typeface="Calibri"/>
              </a:defRPr>
            </a:pPr>
            <a:r>
              <a:t>Technical Competencies &amp; Skills Acquired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Frontend Engineering: </a:t>
            </a:r>
            <a:r>
              <a:rPr sz="1150">
                <a:solidFill>
                  <a:srgbClr val="1E293B"/>
                </a:solidFill>
                <a:latin typeface="Calibri"/>
              </a:rPr>
              <a:t>Mastered responsive UI development using HTML5, CSS3, JavaScript, and React.js with dynamic component binding.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Backend &amp; REST APIs: </a:t>
            </a:r>
            <a:r>
              <a:rPr sz="1150">
                <a:solidFill>
                  <a:srgbClr val="1E293B"/>
                </a:solidFill>
                <a:latin typeface="Calibri"/>
              </a:rPr>
              <a:t>Engineered scalable RESTful API services in Node.js/Express.js and Python (Flask/Django) with rigorous parameter validation.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Database Architecture: </a:t>
            </a:r>
            <a:r>
              <a:rPr sz="1150">
                <a:solidFill>
                  <a:srgbClr val="1E293B"/>
                </a:solidFill>
                <a:latin typeface="Calibri"/>
              </a:rPr>
              <a:t>Designed normalized relational database models (PostgreSQL, MySQL) and flexible NoSQL document schemas (MongoDB).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Security &amp; Auth Systems: </a:t>
            </a:r>
            <a:r>
              <a:rPr sz="1150">
                <a:solidFill>
                  <a:srgbClr val="1E293B"/>
                </a:solidFill>
                <a:latin typeface="Calibri"/>
              </a:rPr>
              <a:t>Implemented secure session authentication, token handling, and Role-Based Access Control (Admin/User privileges).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DevOps &amp; Cloud Hosting: </a:t>
            </a:r>
            <a:r>
              <a:rPr sz="1150">
                <a:solidFill>
                  <a:srgbClr val="1E293B"/>
                </a:solidFill>
                <a:latin typeface="Calibri"/>
              </a:rPr>
              <a:t>Gained hands-on deployment experience using Heroku, Netlify, and Vercel for live continuous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4343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4233C"/>
                </a:solidFill>
                <a:latin typeface="Calibri"/>
              </a:defRPr>
            </a:pPr>
            <a:r>
              <a:t>Professional Practices &amp; Project Management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Sprint-Based Execution: </a:t>
            </a:r>
            <a:r>
              <a:rPr sz="1150">
                <a:solidFill>
                  <a:srgbClr val="1E293B"/>
                </a:solidFill>
                <a:latin typeface="Calibri"/>
              </a:rPr>
              <a:t>Maintained a 100% on-track submission record across 4 intensive weekly milestones under industry supervision.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Modular Code Quality: </a:t>
            </a:r>
            <a:r>
              <a:rPr sz="1150">
                <a:solidFill>
                  <a:srgbClr val="1E293B"/>
                </a:solidFill>
                <a:latin typeface="Calibri"/>
              </a:rPr>
              <a:t>Structured clean, maintainable code following industry conventions, separation of concerns, and documentation standards.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Analytical Problem Solving: </a:t>
            </a:r>
            <a:r>
              <a:rPr sz="1150">
                <a:solidFill>
                  <a:srgbClr val="1E293B"/>
                </a:solidFill>
                <a:latin typeface="Calibri"/>
              </a:rPr>
              <a:t>Troubleshot complex integration bugs between client requests, backend middlewares, and database transactions.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Verification &amp; Accountability: </a:t>
            </a:r>
            <a:r>
              <a:rPr sz="1150">
                <a:solidFill>
                  <a:srgbClr val="1E293B"/>
                </a:solidFill>
                <a:latin typeface="Calibri"/>
              </a:rPr>
              <a:t>Delivered verifiable software artifacts meeting rigorous industry standards under Verified ID: THX-AUG1726-220.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Career Milestone: </a:t>
            </a:r>
            <a:r>
              <a:rPr sz="1150">
                <a:solidFill>
                  <a:srgbClr val="1E293B"/>
                </a:solidFill>
                <a:latin typeface="Calibri"/>
              </a:rPr>
              <a:t>Awarded official Letter of Recommendation (LOR) endorsed by Thiranex CEO &amp; Founder for technical mastery.</a:t>
            </a:r>
          </a:p>
        </p:txBody>
      </p:sp>
    </p:spTree>
    <p:extLst>
      <p:ext uri="{BB962C8B-B14F-4D97-AF65-F5344CB8AC3E}">
        <p14:creationId xmlns:p14="http://schemas.microsoft.com/office/powerpoint/2010/main" val="234570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75" y="2861482"/>
            <a:ext cx="9838267" cy="1143000"/>
          </a:xfrm>
        </p:spPr>
        <p:txBody>
          <a:bodyPr/>
          <a:lstStyle/>
          <a:p>
            <a:pPr algn="ctr"/>
            <a:r>
              <a:rPr lang="en-US" sz="7200" dirty="0"/>
              <a:t>Thank You 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C00000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4233C"/>
                </a:solidFill>
                <a:latin typeface="Calibri"/>
              </a:defRPr>
            </a:pPr>
            <a:r>
              <a:t>Devesh Singh | Department of CE/IT | ABES Engineering College, Ghaziabad</a:t>
            </a:r>
          </a:p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Internship Track: Full Stack Development | Thiranex (THX-AUG1726-220)</a:t>
            </a:r>
          </a:p>
        </p:txBody>
      </p:sp>
    </p:spTree>
    <p:extLst>
      <p:ext uri="{BB962C8B-B14F-4D97-AF65-F5344CB8AC3E}">
        <p14:creationId xmlns:p14="http://schemas.microsoft.com/office/powerpoint/2010/main" val="377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</Template>
  <TotalTime>378</TotalTime>
  <Words>70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 Title</vt:lpstr>
      <vt:lpstr>Problem Statement</vt:lpstr>
      <vt:lpstr>Background/ Existing Approach</vt:lpstr>
      <vt:lpstr>Proposed Approach </vt:lpstr>
      <vt:lpstr>Methodology and Workflow</vt:lpstr>
      <vt:lpstr>Screenshots / Demonstration</vt:lpstr>
      <vt:lpstr>Results and Analysis/ Performance Metrics</vt:lpstr>
      <vt:lpstr>Challenges Faced (IF ANY)</vt:lpstr>
      <vt:lpstr>Key Learnings from internship</vt:lpstr>
      <vt:lpstr>Thank You 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Harikesh Singh</dc:creator>
  <cp:lastModifiedBy>Anamika Goel</cp:lastModifiedBy>
  <cp:revision>27</cp:revision>
  <dcterms:created xsi:type="dcterms:W3CDTF">2019-09-25T05:42:20Z</dcterms:created>
  <dcterms:modified xsi:type="dcterms:W3CDTF">2026-08-24T15:00:35Z</dcterms:modified>
</cp:coreProperties>
</file>