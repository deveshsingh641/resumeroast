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FE3F-21E9-3895-1B8B-1747F6E1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C308F-25D4-0368-C53C-8E7F10994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0CEA-1C75-022B-AF99-4E2F5327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7A1B5-CBA1-6470-3099-4F1BF6C3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B397-E262-6F8F-DBD4-EB1DCDAF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4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44D0-4E3F-AB8E-7631-DD5E2321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FB7E-D3FB-EE5E-D6CE-664250F98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01A9-3A0D-AF07-7054-93CF353E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4444-EDE0-7DC3-4CBC-2BC141AB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2662-FFA6-5933-47B2-08E69B40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B5F2-2673-8585-F997-80093264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3CE53-4BBC-7C10-B661-C607F6E6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B39E-4268-87FB-FA85-81A99FE6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071AF-6600-FB4F-2B8E-FF3B656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FB2E-066E-74EB-21CB-6868788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D541-0BB6-3FCE-399A-BD62B6C1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2702-160F-DCD4-10D2-7F3BE7A49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B85A-D98D-569A-DF49-31E61A86A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8164D-939F-8444-0411-359047F5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29863-D022-187D-6E68-D48FEE8D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0056-462F-59B4-C563-17F0EBC0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2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3A8A-FB99-37AE-BF64-BCED97A7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55C36-0A49-60ED-3F5F-839530437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E600-C6A2-1751-E085-7C1EFCDBF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A0FA6-53FB-EF78-C0F6-889DF87BD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2C96D-AA63-1879-8863-1D160F98D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A5A7F-352D-6987-EE32-9E710B1F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E5F78-6940-B127-A450-D2C1C8EB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F830E-F316-9CCC-B03E-423E940E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63A-A913-AD99-714E-369CD44B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103AF-1C95-E418-013C-CF664BCA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9215B-EDD4-313F-2762-BDAD5A87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0D9FE-B84E-C473-AD3D-15FD5C3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5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93DD4-63F7-9270-F3C3-7AC6807B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F9B20-4218-04A0-7DE3-002D5AD8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6CC41-2827-F13B-BBD6-072DA6DC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8F0D-9F0A-880A-0340-7C25680D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632A-CE88-041F-4BA0-D350B5D0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D7D86-FAEF-BC89-B79A-DC663A228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D9DF-33D0-40AC-3EDA-BF804354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FFB8-3216-C426-900E-6C2EC70C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438AB-F743-7819-9B9D-1618BA4A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6A31-3B13-4A48-AF98-CF5A6626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2A3C4-A3EE-4931-E994-334100AB3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6BA15-2909-5A12-7894-65652D51A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3BA0-F22F-1820-B414-FC609D47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3CB21-CC5A-4F88-1357-F6FF8911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1E1A-3505-C098-7C21-BBC71358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9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1F11-C2DB-60E2-CCBE-168CB025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F25A-21BC-E100-C232-4B3CCDC65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3181-0365-B685-1458-7211BD43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862AC-C935-3C64-6924-373278DC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F711-5E36-98CB-0F70-2881F5CD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93538E-4FE6-FBA8-4202-C263B052D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B3F4-CD55-0CF7-488B-7F46A722D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03479-14F3-4AB6-B55A-2A506A33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B4BE7-A15B-72F3-0028-947295A2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65CA3-053A-ABC7-4F50-10444E07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1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226BC-E32C-73E8-5CF4-D98953A4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3E07-199F-6BAE-10AF-866897775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05D8-1AF9-4D82-BE7E-D36CB2387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F05B-17A1-9333-4418-5AD2B9E83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2FF9-B837-883E-E3E6-73CF50DB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192" y="1689280"/>
            <a:ext cx="9087569" cy="10476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Project Title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412192" y="181094"/>
            <a:ext cx="10367750" cy="10781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b="1" dirty="0">
                <a:solidFill>
                  <a:srgbClr val="C00000"/>
                </a:solidFill>
              </a:rPr>
              <a:t>ABES Engineering College, Ghaziabad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Department of CE/IT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62"/>
            <a:ext cx="1501254" cy="1887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F05F5E-594F-2860-299D-8F867E17ACBB}"/>
              </a:ext>
            </a:extLst>
          </p:cNvPr>
          <p:cNvSpPr txBox="1"/>
          <p:nvPr/>
        </p:nvSpPr>
        <p:spPr>
          <a:xfrm>
            <a:off x="6003743" y="4655991"/>
            <a:ext cx="6097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Student NAME :</a:t>
            </a:r>
          </a:p>
          <a:p>
            <a:r>
              <a:rPr lang="en-US" b="1" dirty="0"/>
              <a:t>Roll no :</a:t>
            </a:r>
            <a:br>
              <a:rPr lang="en-IN" sz="1800" dirty="0"/>
            </a:br>
            <a:r>
              <a:rPr lang="en-IN" sz="1800" dirty="0"/>
              <a:t>Company Name:</a:t>
            </a:r>
            <a:br>
              <a:rPr lang="en-IN" sz="1800" dirty="0"/>
            </a:br>
            <a:r>
              <a:rPr lang="en-IN" sz="1800" dirty="0"/>
              <a:t>Internship Duration:</a:t>
            </a:r>
            <a:br>
              <a:rPr lang="en-IN" sz="1800" dirty="0"/>
            </a:br>
            <a:r>
              <a:rPr lang="en-IN" sz="1800" dirty="0"/>
              <a:t>Department / Domain:</a:t>
            </a:r>
            <a:br>
              <a:rPr lang="en-IN" sz="1800" dirty="0"/>
            </a:br>
            <a:r>
              <a:rPr lang="en-IN" sz="1800" dirty="0"/>
              <a:t>Role and Responsibilities: </a:t>
            </a:r>
          </a:p>
        </p:txBody>
      </p:sp>
    </p:spTree>
    <p:extLst>
      <p:ext uri="{BB962C8B-B14F-4D97-AF65-F5344CB8AC3E}">
        <p14:creationId xmlns:p14="http://schemas.microsoft.com/office/powerpoint/2010/main" val="290539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D4F4-6AB1-B55B-DE1A-D8D6086B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8941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BA05-7908-7E9D-664F-C6BCFBFB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Background/ Existing Approach</a:t>
            </a:r>
          </a:p>
        </p:txBody>
      </p:sp>
    </p:spTree>
    <p:extLst>
      <p:ext uri="{BB962C8B-B14F-4D97-AF65-F5344CB8AC3E}">
        <p14:creationId xmlns:p14="http://schemas.microsoft.com/office/powerpoint/2010/main" val="359893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235E-E4D4-00AB-9C27-84D38759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u="sng" dirty="0"/>
              <a:t>Proposed Approach</a:t>
            </a: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977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EF09-388A-2D26-5D86-C905C3F1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Methodology and Workflow</a:t>
            </a:r>
          </a:p>
        </p:txBody>
      </p:sp>
    </p:spTree>
    <p:extLst>
      <p:ext uri="{BB962C8B-B14F-4D97-AF65-F5344CB8AC3E}">
        <p14:creationId xmlns:p14="http://schemas.microsoft.com/office/powerpoint/2010/main" val="360213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302B-353E-3B35-7418-BA9D867E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Screenshots /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658F5-E400-101C-FDC2-E52ADF5DE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2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7021-9D6C-ECA6-3864-CF19C6AB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Results and Analysis/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258D-B8D6-3C2F-714F-C1CFF1802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78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921F-1CC6-9D56-D659-37857A09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Challenges Faced (IF ANY)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4C88-D9A5-3C72-CA22-1E910594D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71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A797-B014-8666-B80C-4F03D6B3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Key Learnings from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2B0C0-54E4-6423-6597-A8F2095DC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70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75" y="2861482"/>
            <a:ext cx="9838267" cy="1143000"/>
          </a:xfrm>
        </p:spPr>
        <p:txBody>
          <a:bodyPr/>
          <a:lstStyle/>
          <a:p>
            <a:pPr algn="ctr"/>
            <a:r>
              <a:rPr lang="en-US" sz="7200" dirty="0"/>
              <a:t>Thank You  !</a:t>
            </a:r>
          </a:p>
        </p:txBody>
      </p:sp>
    </p:spTree>
    <p:extLst>
      <p:ext uri="{BB962C8B-B14F-4D97-AF65-F5344CB8AC3E}">
        <p14:creationId xmlns:p14="http://schemas.microsoft.com/office/powerpoint/2010/main" val="377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</Template>
  <TotalTime>378</TotalTime>
  <Words>70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 Title</vt:lpstr>
      <vt:lpstr>Problem Statement</vt:lpstr>
      <vt:lpstr>Background/ Existing Approach</vt:lpstr>
      <vt:lpstr>Proposed Approach </vt:lpstr>
      <vt:lpstr>Methodology and Workflow</vt:lpstr>
      <vt:lpstr>Screenshots / Demonstration</vt:lpstr>
      <vt:lpstr>Results and Analysis/ Performance Metrics</vt:lpstr>
      <vt:lpstr>Challenges Faced (IF ANY)</vt:lpstr>
      <vt:lpstr>Key Learnings from internship</vt:lpstr>
      <vt:lpstr>Thank You 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Harikesh Singh</dc:creator>
  <cp:lastModifiedBy>Anamika Goel</cp:lastModifiedBy>
  <cp:revision>27</cp:revision>
  <dcterms:created xsi:type="dcterms:W3CDTF">2019-09-25T05:42:20Z</dcterms:created>
  <dcterms:modified xsi:type="dcterms:W3CDTF">2026-08-24T15:00:35Z</dcterms:modified>
</cp:coreProperties>
</file>